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a0a248a-d30f-5859-b2f1-57a7eac9ab29}">
          <p14:sldIdLst>
            <p14:sldId id="256"/>
          </p14:sldIdLst>
        </p14:section>
        <p14:section name="Instalación" id="{c6956a6f-538e-9f53-fecf-3127c56a0bfc}">
          <p14:sldIdLst>
            <p14:sldId id="257"/>
            <p14:sldId id="258"/>
          </p14:sldIdLst>
        </p14:section>
        <p14:section name="Uso" id="{6c53dfa2-df9f-ad88-bc18-df6f1ed28e3c}">
          <p14:sldIdLst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para instalar y usar la aplicación que baja la velocidad en los radios externos de un programa 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Reductor de velocidad en radios · Guía rápida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Reductor de velocidad en radios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Guía rápida de instalación y uso</a:t>
            </a:r>
            <a:endParaRPr lang="en-US" sz="1800" dirty="0"/>
          </a:p>
        </p:txBody>
      </p:sp>
      <p:sp>
        <p:nvSpPr>
          <p:cNvPr id="4" name="Icono portada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ngranaj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Programas ISO (.CNI) · muelas de contorneado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hace la aplicación</a:t>
            </a:r>
            <a:endParaRPr lang="en-US" sz="3000" dirty="0"/>
          </a:p>
        </p:txBody>
      </p:sp>
      <p:sp>
        <p:nvSpPr>
          <p:cNvPr id="3" name="Tarjeta Detecta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Detecta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Detect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Encuentra los radios de cada herramienta (ST1) y aparta las entradas y salidas, como los R75.</a:t>
            </a:r>
            <a:endParaRPr lang="en-US" sz="1400" dirty="0"/>
          </a:p>
        </p:txBody>
      </p:sp>
      <p:sp>
        <p:nvSpPr>
          <p:cNvPr id="8" name="Tarjeta Frena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írculo Frena"/>
          <p:cNvSpPr/>
          <p:nvPr/>
        </p:nvSpPr>
        <p:spPr>
          <a:xfrm>
            <a:off x="35661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 Fre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099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Baja la F en los radios que elijas, con un tramo recto antes y después, y luego recupera la F original.</a:t>
            </a:r>
            <a:endParaRPr lang="en-US" sz="1400" dirty="0"/>
          </a:p>
        </p:txBody>
      </p:sp>
      <p:sp>
        <p:nvSpPr>
          <p:cNvPr id="13" name="Tarjeta Simula y guarda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írculo Simula y guarda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 Simula y guard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7099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 y guarda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346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Muestra la muela recorriendo el contorno y genera el ISO nuevo sin tocar la geometría.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Instalación: no hay nada que instalar</a:t>
            </a:r>
            <a:endParaRPr lang="en-US" sz="3000" dirty="0"/>
          </a:p>
        </p:txBody>
      </p:sp>
      <p:sp>
        <p:nvSpPr>
          <p:cNvPr id="3" name="Tarjeta cero"/>
          <p:cNvSpPr/>
          <p:nvPr/>
        </p:nvSpPr>
        <p:spPr>
          <a:xfrm>
            <a:off x="457200" y="128016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programas, librerías o permisos de administrador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Ni Python, ni internet</a:t>
            </a:r>
            <a:endParaRPr lang="en-US" sz="1400" dirty="0"/>
          </a:p>
        </p:txBody>
      </p:sp>
      <p:sp>
        <p:nvSpPr>
          <p:cNvPr id="7" name="Paso 1"/>
          <p:cNvSpPr/>
          <p:nvPr/>
        </p:nvSpPr>
        <p:spPr>
          <a:xfrm>
            <a:off x="36576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389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Copia el archivo index.html al PC de la máquina (pendrive o red).</a:t>
            </a:r>
            <a:endParaRPr lang="en-US" sz="1600" dirty="0"/>
          </a:p>
        </p:txBody>
      </p:sp>
      <p:sp>
        <p:nvSpPr>
          <p:cNvPr id="10" name="Paso 2"/>
          <p:cNvSpPr/>
          <p:nvPr/>
        </p:nvSpPr>
        <p:spPr>
          <a:xfrm>
            <a:off x="3657600" y="2377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3957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Haz doble clic: se abre en Chrome, Edge o Firefox.</a:t>
            </a:r>
            <a:endParaRPr lang="en-US" sz="1600" dirty="0"/>
          </a:p>
        </p:txBody>
      </p:sp>
      <p:sp>
        <p:nvSpPr>
          <p:cNvPr id="13" name="Paso 3"/>
          <p:cNvSpPr/>
          <p:nvPr/>
        </p:nvSpPr>
        <p:spPr>
          <a:xfrm>
            <a:off x="3657600" y="3383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Opcional: crea un acceso directo en el escritorio.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También hay una versión web privada en claude.ai, pero necesita internet y guarda el archivo como .txt.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Paso 1 · Abre el programa y elige los radios</a:t>
            </a:r>
            <a:endParaRPr lang="en-US" sz="3000" dirty="0"/>
          </a:p>
        </p:txBody>
      </p:sp>
      <p:pic>
        <p:nvPicPr>
          <p:cNvPr id="3" name="Captura herramientas" descr="/tmp/claude-0/-home-user/1b3d3449-0a23-53e8-a73b-163ae860de5f/scratchpad/a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924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Pulsa Abrir archivo y elige tu .CNI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herramienta sale con su código y descripción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Verde: ya frena. Naranja: sin reducción (se marca sola)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Escribe la velocidad en mm/min y el tramo recto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Paso 2 · Compruébalo en la simulación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Elige la herramienta en las pestañas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esquina indica su radio y su 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Tramos lentos en rojo y más gruesos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Botón Simular: la muela Ø100 recorre el contorno a escala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Original / Modificado para comparar</a:t>
            </a:r>
            <a:endParaRPr lang="en-US" sz="1400" dirty="0"/>
          </a:p>
        </p:txBody>
      </p:sp>
      <p:pic>
        <p:nvPicPr>
          <p:cNvPr id="4" name="Captura simulación" descr="/tmp/claude-0/-home-user/1b3d3449-0a23-53e8-a73b-163ae860de5f/scratchpad/c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188720"/>
            <a:ext cx="4937760" cy="33651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Paso 3 · Descarga y carga en la máquina</a:t>
            </a:r>
            <a:endParaRPr lang="en-US" sz="3000" dirty="0"/>
          </a:p>
        </p:txBody>
      </p:sp>
      <p:sp>
        <p:nvSpPr>
          <p:cNvPr id="3" name="Etapa Descargar"/>
          <p:cNvSpPr/>
          <p:nvPr/>
        </p:nvSpPr>
        <p:spPr>
          <a:xfrm>
            <a:off x="45720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Descargar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Descarg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Descargar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Botón Descargar ISO modificado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Etapa Archivo nuevo"/>
          <p:cNvSpPr/>
          <p:nvPr/>
        </p:nvSpPr>
        <p:spPr>
          <a:xfrm>
            <a:off x="256032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Archivo nuevo"/>
          <p:cNvSpPr/>
          <p:nvPr/>
        </p:nvSpPr>
        <p:spPr>
          <a:xfrm>
            <a:off x="31546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o Archivo nuev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7099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Archivo nuevo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 guarda como nombre_vel.CNI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Etapa Copiar"/>
          <p:cNvSpPr/>
          <p:nvPr/>
        </p:nvSpPr>
        <p:spPr>
          <a:xfrm>
            <a:off x="466344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írculo Copiar"/>
          <p:cNvSpPr/>
          <p:nvPr/>
        </p:nvSpPr>
        <p:spPr>
          <a:xfrm>
            <a:off x="52578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Copi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099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Copiar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la carpeta de programas del control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Etapa Probar"/>
          <p:cNvSpPr/>
          <p:nvPr/>
        </p:nvSpPr>
        <p:spPr>
          <a:xfrm>
            <a:off x="676656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írculo Probar"/>
          <p:cNvSpPr/>
          <p:nvPr/>
        </p:nvSpPr>
        <p:spPr>
          <a:xfrm>
            <a:off x="73609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o Pro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70992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Probar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Primero en simulación o en vacío</a:t>
            </a:r>
            <a:endParaRPr lang="en-US" sz="1200" dirty="0"/>
          </a:p>
        </p:txBody>
      </p:sp>
      <p:sp>
        <p:nvSpPr>
          <p:cNvPr id="26" name="Aviso versión web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Versión web (claude.ai):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guarda como nombre_vel.CNI.txt. Quita el ".txt" antes de cargarlo en la máquina.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 algo no cuadra</a:t>
            </a:r>
            <a:endParaRPr lang="en-US" sz="3000" dirty="0"/>
          </a:p>
        </p:txBody>
      </p:sp>
      <p:sp>
        <p:nvSpPr>
          <p:cNvPr id="3" name="Problema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 aparece ningún radio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 coordenadas son paramétricas (X=P011…). Esos bloques no se pueden analizar y no se tocan.</a:t>
            </a:r>
            <a:endParaRPr lang="en-US" sz="1300" dirty="0"/>
          </a:p>
        </p:txBody>
      </p:sp>
      <p:sp>
        <p:nvSpPr>
          <p:cNvPr id="6" name="Problema 2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herramienta no se marca sola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Ya frena en los radios. Puedes marcarla a mano si quieres otra velocidad.</a:t>
            </a:r>
            <a:endParaRPr lang="en-US" sz="1300" dirty="0"/>
          </a:p>
        </p:txBody>
      </p:sp>
      <p:sp>
        <p:nvSpPr>
          <p:cNvPr id="9" name="Problema 3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 control salta a números 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Desactiva "Renumerar bloques N" en Opciones del archivo de salida.</a:t>
            </a:r>
            <a:endParaRPr lang="en-US" sz="1300" dirty="0"/>
          </a:p>
        </p:txBody>
      </p:sp>
      <p:sp>
        <p:nvSpPr>
          <p:cNvPr id="12" name="Problema 4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 descarga en la versión web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 "Copiar texto" y pégalo en el editor ISO.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ler">
  <a:themeElements>
    <a:clrScheme name="Taller">
      <a:dk1>
        <a:srgbClr val="1F2428"/>
      </a:dk1>
      <a:lt1>
        <a:srgbClr val="FFFFFF"/>
      </a:lt1>
      <a:dk2>
        <a:srgbClr val="3A4550"/>
      </a:dk2>
      <a:lt2>
        <a:srgbClr val="F1F3F5"/>
      </a:lt2>
      <a:accent1>
        <a:srgbClr val="E8590C"/>
      </a:accent1>
      <a:accent2>
        <a:srgbClr val="2B8A3E"/>
      </a:accent2>
      <a:accent3>
        <a:srgbClr val="5C6670"/>
      </a:accent3>
      <a:accent4>
        <a:srgbClr val="FFE8D9"/>
      </a:accent4>
      <a:accent5>
        <a:srgbClr val="E3F2E6"/>
      </a:accent5>
      <a:accent6>
        <a:srgbClr val="C92A2A"/>
      </a:accent6>
      <a:hlink>
        <a:srgbClr val="E8590C"/>
      </a:hlink>
      <a:folHlink>
        <a:srgbClr val="5C6670"/>
      </a:folHlink>
    </a:clrScheme>
    <a:fontScheme name="Tall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Reductor de velocidad en radios: guía de instalación y uso</dc:title>
  <dc:subject>PptxGenJS Presentation</dc:subject>
  <dc:creator>PptxGenJS</dc:creator>
  <cp:lastModifiedBy>PptxGenJS</cp:lastModifiedBy>
  <cp:revision>1</cp:revision>
  <dcterms:created xsi:type="dcterms:W3CDTF">2026-10-22T13:44:21Z</dcterms:created>
  <dcterms:modified xsi:type="dcterms:W3CDTF">2026-10-22T13:44:21Z</dcterms:modified>
</cp:coreProperties>
</file>